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57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borobudu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Tempat-Tempat Indah di Jawa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oleh mahasiswi studi minor Jakarta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74720" y="3474720"/>
            <a:ext cx="219456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Jawa, Indonesia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nt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640080"/>
            <a:ext cx="411480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63440" y="4572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92040" y="685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Jawa?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892040" y="1280160"/>
            <a:ext cx="16459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9204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studi minor saya di Jakarta, saya ingin berkeliling Jawa dan mungkin juga pulau lain.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ini membahas tempat-tempat yang seharusnya dikunjungi tidak hanya oleh wisatawan, tetapi juga oleh orang Indonesia sendiri.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presentasi ini: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Borobudur &amp; Prambanan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Gunung Bromo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Air Terjun Tumpak Sewu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Kawah Ijen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Jakarta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borobudu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40480" y="0"/>
            <a:ext cx="1097280" cy="51435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365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Borobudur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2011680" cy="457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188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 candi Buddha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664208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Yogyakarta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139696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1396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arca Buddha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615184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abad ke-9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090672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3090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Warisan Dunia UNESCO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566160"/>
            <a:ext cx="45720" cy="27432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3566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ziarah umat Buddha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703320"/>
            <a:ext cx="3566160" cy="10972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376732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tahun 1814, Thomas Stamford Raffles diberi tahu tentang Borobudur oleh penduduk asli Jawa.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prambana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2468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468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Prambanan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7432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265176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Agama Hindu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 candi Hindu terbesar di dunia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5468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154680" y="265176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UNESCO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9184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Warisan Dunia UNESCO, dekat Yogyakarta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26517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35040" y="2651760"/>
            <a:ext cx="27432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7220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Balet Ramayana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72200" y="32918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Pertunjukan setiap malam di panggung terbuka — sangat spektakuler!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Tiket masuk wisatawan asing: ~$25 (termasuk Borobudur)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brom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Gunung Bromo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74320" y="3200400"/>
            <a:ext cx="2011680" cy="16002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3657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 Timur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dekat Malang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50592" y="3200400"/>
            <a:ext cx="2011680" cy="16002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42032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42032" y="3657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Gunung berapi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26864" y="3200400"/>
            <a:ext cx="2011680" cy="16002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18304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Terkenal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18304" y="3657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Matahari terbit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indah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03136" y="3200400"/>
            <a:ext cx="2011680" cy="16002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94576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 Nasional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94576" y="3657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Bromo-Tengger-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Semeru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DDDD"/>
                </a:solidFill>
              </a:rPr>
              <a:t>Sering digabungkan dengan kunjungan ke Air Terjun Tumpak Sewu (~3 jam dengan mobil)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tumpaksewu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3200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Terjun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Tumpak Sewu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600200"/>
            <a:ext cx="2560320" cy="45720"/>
          </a:xfrm>
          <a:prstGeom prst="rect">
            <a:avLst/>
          </a:prstGeom>
          <a:solidFill>
            <a:srgbClr val="4EC9E1"/>
          </a:solidFill>
          <a:ln w="12700">
            <a:solidFill>
              <a:srgbClr val="4EC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Lokasi: 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Selatan Gunung Bromo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"Sewu": 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"Ribu" dalam bahasa Jawa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9626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Aktivitas: 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 ke bawah untuk foto dari bawah air terjun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5295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Keunggulan: 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sepi dari Gunung Bromo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096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satu: 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terjun terbesar di Indonesia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ij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9144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0" y="1645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Kawah Ijen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Gunung berapi aktif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13716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seperti Gunung Bromo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1764792"/>
            <a:ext cx="4206240" cy="9144"/>
          </a:xfrm>
          <a:prstGeom prst="rect">
            <a:avLst/>
          </a:prstGeom>
          <a:solidFill>
            <a:srgbClr val="DDD0C0"/>
          </a:solidFill>
          <a:ln w="12700">
            <a:solidFill>
              <a:srgbClr val="DD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0" y="1828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Penambang belerang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2148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pekerja membawa ~90 kg setiap hari ke atas kawah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2542032"/>
            <a:ext cx="4206240" cy="9144"/>
          </a:xfrm>
          <a:prstGeom prst="rect">
            <a:avLst/>
          </a:prstGeom>
          <a:solidFill>
            <a:srgbClr val="DDD0C0"/>
          </a:solidFill>
          <a:ln w="12700">
            <a:solidFill>
              <a:srgbClr val="DD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Danau kawah biru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29260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biru cerah karena kandungan belerang yang tinggi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319272"/>
            <a:ext cx="4206240" cy="9144"/>
          </a:xfrm>
          <a:prstGeom prst="rect">
            <a:avLst/>
          </a:prstGeom>
          <a:solidFill>
            <a:srgbClr val="DDD0C0"/>
          </a:solidFill>
          <a:ln w="12700">
            <a:solidFill>
              <a:srgbClr val="DD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0" y="3383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biru ajaib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0" y="37033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berwarna biru dari belerang yang terbakar, tinggi hingga 5 meter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4096512"/>
            <a:ext cx="4206240" cy="9144"/>
          </a:xfrm>
          <a:prstGeom prst="rect">
            <a:avLst/>
          </a:prstGeom>
          <a:solidFill>
            <a:srgbClr val="DDD0C0"/>
          </a:solidFill>
          <a:ln w="12700">
            <a:solidFill>
              <a:srgbClr val="DD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4160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Waktu perjalanan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44805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jam ke kawah, ~45 menit turun ke danau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Jakarta — Ibu Kota Indonesia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s/kotatu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27432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2834640"/>
            <a:ext cx="27432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38328" y="294436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Kota Tua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8328" y="3401568"/>
            <a:ext cx="25237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kolonial Belanda dengan gedung-gedung bersejarah, museum, dan Kafe Batavia yang terkenal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imgs/mona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72968" y="1005840"/>
            <a:ext cx="274320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2968" y="2834640"/>
            <a:ext cx="27432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82696" y="294436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82696" y="3401568"/>
            <a:ext cx="25237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Monumen Nasional setinggi 132 m — lambang perjuangan kemerdekaan Indonesia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17336" y="100584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imgs/tmii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17336" y="1005840"/>
            <a:ext cx="2743200" cy="1828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17336" y="2834640"/>
            <a:ext cx="27432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227064" y="294436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Taman Mini Indonesia Indah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27064" y="3401568"/>
            <a:ext cx="252374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 budaya dengan anjungan dari seluruh provinsi Indonesia — arsitektur tradisional dan pertunjukan budaya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On-screen Show (16:9)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Tempat-Tempat Indah di Jawa</dc:title>
  <dc:subject>PptxGenJS Presentation</dc:subject>
  <dc:creator>PptxGenJS</dc:creator>
  <cp:lastModifiedBy>Štastný, B. (Bartoloměj)</cp:lastModifiedBy>
  <cp:revision>1</cp:revision>
  <dcterms:created xsi:type="dcterms:W3CDTF">2026-05-19T17:11:06Z</dcterms:created>
  <dcterms:modified xsi:type="dcterms:W3CDTF">2026-05-19T17:12:41Z</dcterms:modified>
</cp:coreProperties>
</file>